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052"/>
                </a:solidFill>
                <a:latin typeface="Aptos Display"/>
              </a:defRPr>
            </a:pPr>
            <a:r>
              <a:t>REST API to CSV — 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C"/>
                </a:solidFill>
                <a:latin typeface="Aptos"/>
              </a:defRPr>
            </a:pPr>
            <a:r>
              <a:t>Bluestock Week 2 Prerequisite Assignment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65960"/>
            <a:ext cx="1627632" cy="1417320"/>
          </a:xfrm>
          <a:prstGeom prst="roundRect">
            <a:avLst/>
          </a:prstGeom>
          <a:solidFill>
            <a:srgbClr val="E5EFFF"/>
          </a:solidFill>
          <a:ln w="20320">
            <a:solidFill>
              <a:srgbClr val="4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193052"/>
                </a:solidFill>
                <a:latin typeface="Aptos"/>
              </a:defRPr>
            </a:pPr>
            <a:r>
              <a:t>1. USER</a:t>
            </a:r>
          </a:p>
          <a:p>
            <a:pPr algn="ctr">
              <a:spcBef>
                <a:spcPts val="800"/>
              </a:spcBef>
              <a:defRPr sz="1000">
                <a:solidFill>
                  <a:srgbClr val="323F50"/>
                </a:solidFill>
                <a:latin typeface="Aptos"/>
              </a:defRPr>
            </a:pPr>
            <a:r>
              <a:t>Runs the Python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9152" y="1965960"/>
            <a:ext cx="1627632" cy="1417320"/>
          </a:xfrm>
          <a:prstGeom prst="roundRect">
            <a:avLst/>
          </a:prstGeom>
          <a:solidFill>
            <a:srgbClr val="DEF1EB"/>
          </a:solidFill>
          <a:ln w="20320">
            <a:solidFill>
              <a:srgbClr val="31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193052"/>
                </a:solidFill>
                <a:latin typeface="Aptos"/>
              </a:defRPr>
            </a:pPr>
            <a:r>
              <a:t>2. PYTHON SCRIPT</a:t>
            </a:r>
          </a:p>
          <a:p>
            <a:pPr algn="ctr">
              <a:spcBef>
                <a:spcPts val="800"/>
              </a:spcBef>
              <a:defRPr sz="1000">
                <a:solidFill>
                  <a:srgbClr val="323F50"/>
                </a:solidFill>
                <a:latin typeface="Aptos"/>
              </a:defRPr>
            </a:pPr>
            <a:r>
              <a:t>api_to_csv.py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965960"/>
            <a:ext cx="1627632" cy="1417320"/>
          </a:xfrm>
          <a:prstGeom prst="roundRect">
            <a:avLst/>
          </a:prstGeom>
          <a:solidFill>
            <a:srgbClr val="FFEFDA"/>
          </a:solidFill>
          <a:ln w="20320">
            <a:solidFill>
              <a:srgbClr val="BA7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193052"/>
                </a:solidFill>
                <a:latin typeface="Aptos"/>
              </a:defRPr>
            </a:pPr>
            <a:r>
              <a:t>3. REST API</a:t>
            </a:r>
          </a:p>
          <a:p>
            <a:pPr algn="ctr">
              <a:spcBef>
                <a:spcPts val="800"/>
              </a:spcBef>
              <a:defRPr sz="1000">
                <a:solidFill>
                  <a:srgbClr val="323F50"/>
                </a:solidFill>
                <a:latin typeface="Aptos"/>
              </a:defRPr>
            </a:pPr>
            <a:r>
              <a:t>JSONPlaceholder</a:t>
            </a:r>
            <a:br/>
            <a:r>
              <a:t>/posts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965960"/>
            <a:ext cx="1627632" cy="1417320"/>
          </a:xfrm>
          <a:prstGeom prst="roundRect">
            <a:avLst/>
          </a:prstGeom>
          <a:solidFill>
            <a:srgbClr val="EFE7FF"/>
          </a:solidFill>
          <a:ln w="20320">
            <a:solidFill>
              <a:srgbClr val="7F58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193052"/>
                </a:solidFill>
                <a:latin typeface="Aptos"/>
              </a:defRPr>
            </a:pPr>
            <a:r>
              <a:t>4. JSON RESPONSE</a:t>
            </a:r>
          </a:p>
          <a:p>
            <a:pPr algn="ctr">
              <a:spcBef>
                <a:spcPts val="800"/>
              </a:spcBef>
              <a:defRPr sz="1000">
                <a:solidFill>
                  <a:srgbClr val="323F50"/>
                </a:solidFill>
                <a:latin typeface="Aptos"/>
              </a:defRPr>
            </a:pPr>
            <a:r>
              <a:t>Receives 100 sample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02168" y="1965960"/>
            <a:ext cx="1627632" cy="1417320"/>
          </a:xfrm>
          <a:prstGeom prst="roundRect">
            <a:avLst/>
          </a:prstGeom>
          <a:solidFill>
            <a:srgbClr val="DEF1EB"/>
          </a:solidFill>
          <a:ln w="20320">
            <a:solidFill>
              <a:srgbClr val="31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193052"/>
                </a:solidFill>
                <a:latin typeface="Aptos"/>
              </a:defRPr>
            </a:pPr>
            <a:r>
              <a:t>5. DATA PROCESSING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23F50"/>
                </a:solidFill>
                <a:latin typeface="Aptos"/>
              </a:defRPr>
            </a:pPr>
            <a:r>
              <a:t>Python organizes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965960"/>
            <a:ext cx="1627632" cy="1417320"/>
          </a:xfrm>
          <a:prstGeom prst="roundRect">
            <a:avLst/>
          </a:prstGeom>
          <a:solidFill>
            <a:srgbClr val="E5EFFF"/>
          </a:solidFill>
          <a:ln w="20320">
            <a:solidFill>
              <a:srgbClr val="47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200" b="1">
                <a:solidFill>
                  <a:srgbClr val="193052"/>
                </a:solidFill>
                <a:latin typeface="Aptos"/>
              </a:defRPr>
            </a:pPr>
            <a:r>
              <a:t>6. CSV OUTPUT</a:t>
            </a:r>
          </a:p>
          <a:p>
            <a:pPr algn="ctr">
              <a:spcBef>
                <a:spcPts val="800"/>
              </a:spcBef>
              <a:defRPr sz="1000">
                <a:solidFill>
                  <a:srgbClr val="323F50"/>
                </a:solidFill>
                <a:latin typeface="Aptos"/>
              </a:defRPr>
            </a:pPr>
            <a:r>
              <a:t>api_data.csv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39112" y="2674620"/>
            <a:ext cx="320040" cy="0"/>
          </a:xfrm>
          <a:prstGeom prst="line">
            <a:avLst/>
          </a:prstGeom>
          <a:ln w="25400">
            <a:solidFill>
              <a:srgbClr val="68778C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986784" y="2674620"/>
            <a:ext cx="320040" cy="0"/>
          </a:xfrm>
          <a:prstGeom prst="line">
            <a:avLst/>
          </a:prstGeom>
          <a:ln w="25400">
            <a:solidFill>
              <a:srgbClr val="68778C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34456" y="2674620"/>
            <a:ext cx="320040" cy="0"/>
          </a:xfrm>
          <a:prstGeom prst="line">
            <a:avLst/>
          </a:prstGeom>
          <a:ln w="25400">
            <a:solidFill>
              <a:srgbClr val="68778C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82127" y="2674620"/>
            <a:ext cx="320041" cy="0"/>
          </a:xfrm>
          <a:prstGeom prst="line">
            <a:avLst/>
          </a:prstGeom>
          <a:ln w="25400">
            <a:solidFill>
              <a:srgbClr val="68778C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29800" y="2674620"/>
            <a:ext cx="320040" cy="0"/>
          </a:xfrm>
          <a:prstGeom prst="line">
            <a:avLst/>
          </a:prstGeom>
          <a:ln w="25400">
            <a:solidFill>
              <a:srgbClr val="68778C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4069080"/>
            <a:ext cx="108813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Ins="22860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93052"/>
                </a:solidFill>
                <a:latin typeface="Aptos"/>
              </a:defRPr>
            </a:pPr>
            <a:r>
              <a:t>OUTPUT</a:t>
            </a:r>
          </a:p>
          <a:p>
            <a:pPr>
              <a:defRPr sz="1200">
                <a:solidFill>
                  <a:srgbClr val="323F50"/>
                </a:solidFill>
                <a:latin typeface="Aptos"/>
              </a:defRPr>
            </a:pPr>
            <a:r>
              <a:t>The script sends an HTTP request, receives JSON data, processes the records, and writes the results into a CSV file that can be opened in Excel.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692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B697C"/>
                </a:solidFill>
                <a:latin typeface="Aptos"/>
              </a:defRPr>
            </a:pPr>
            <a:r>
              <a:t>API endpoint: https://jsonplaceholder.typicode.com/posts  |  Note: This is sample JSON data, not live stock-market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Javed Akhtar</dc:creator>
  <cp:keywords/>
  <dc:description>generated using python-pptx</dc:description>
  <cp:lastModifiedBy>Javed Akhtar</cp:lastModifiedBy>
  <cp:revision>1</cp:revision>
  <dcterms:created xsi:type="dcterms:W3CDTF">2013-01-27T09:14:16Z</dcterms:created>
  <dcterms:modified xsi:type="dcterms:W3CDTF">2026-10-21T05:15:51Z</dcterms:modified>
  <cp:category/>
</cp:coreProperties>
</file>